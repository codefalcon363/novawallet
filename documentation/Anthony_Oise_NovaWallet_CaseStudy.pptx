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(30s): name, role applied for, one-line framing — 'a ledger service that must never lose, duplicate, or miscount money.'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(20s): just orient them, don't read every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45s: read the framing line, then just point at the five cards — don't read every description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40s: point at the three boxes and the arrow direction, then the stack chips — don't narrate every chip.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60s — the most important slide. Explain RowVersion + retry, then the concrete bug: first version failed its own test, fixed with backoff.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50s: three rows, then the callout box — this is the second concurrency bug worth naming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45s: three columns, keep it brisk — this slide covers three FRs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40s: six items, two rows of three — mention the distributed rate limiter specifically, it's a good story (see trade-offs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45s: stat card, then the four reasons real-SQL-Server testing mattered here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50s: three cards. This directly answers 'AI fluency &amp; judgment' — be specific and honest, including the one caught by a harder question rather than 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40s: don't read the table — point at 2-3 rows the panel is likely to probe (concurrency, rate limiting).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live demo here. Keep this slide under 20s.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011680"/>
            <a:ext cx="5669280" cy="5669280"/>
          </a:xfrm>
          <a:prstGeom prst="ellipse">
            <a:avLst/>
          </a:prstGeom>
          <a:solidFill>
            <a:srgbClr val="12234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4480560"/>
            <a:ext cx="2926080" cy="2926080"/>
          </a:xfrm>
          <a:prstGeom prst="ellipse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PRESENTATION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NovaWallet Ledger Service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concurrency-safe, idempotent wallet ledger for FirstBank NovaPay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Anthony Oise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Developer (.NET) — Assessment Centre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FirstBank IT-CIO Organization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I'll Walk Through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&amp; hard constraints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68796" y="16002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963156" y="160020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865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86584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under concurrency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68796" y="23865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63156" y="2386584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&amp; safe retries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17296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72968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core: limits, audit, events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317296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963156" y="3172968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resilience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5935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59352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philosophy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68796" y="395935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963156" y="3959352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development: judgment in practice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74573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745736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68796" y="474573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963156" y="4745736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Ledger That Must Never Lose, Duplicate, or Miscount Money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FirstBank NovaPay — a fictional super-app for spend, save, borrow, collect, and send. NovaWallet is where the money actually lives.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962302" cy="3017520"/>
          </a:xfrm>
          <a:prstGeom prst="roundRect">
            <a:avLst>
              <a:gd name="adj" fmla="val 4660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1255471" y="2606040"/>
            <a:ext cx="731520" cy="73152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278160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520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kobo only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4160520"/>
            <a:ext cx="16331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float/double anywhere in the money path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76702" y="2286000"/>
            <a:ext cx="1962302" cy="3017520"/>
          </a:xfrm>
          <a:prstGeom prst="roundRect">
            <a:avLst>
              <a:gd name="adj" fmla="val 4660"/>
            </a:avLst>
          </a:prstGeom>
          <a:solidFill>
            <a:srgbClr val="EEF2F9"/>
          </a:solidFill>
          <a:ln/>
        </p:spPr>
      </p:sp>
      <p:sp>
        <p:nvSpPr>
          <p:cNvPr id="12" name="Shape 9"/>
          <p:cNvSpPr/>
          <p:nvPr/>
        </p:nvSpPr>
        <p:spPr>
          <a:xfrm>
            <a:off x="3492094" y="2606040"/>
            <a:ext cx="731520" cy="73152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658" y="278160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13862" y="3520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Concurrency-safe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041294" y="4160520"/>
            <a:ext cx="16331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must never go negative, under any interleaving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113325" y="2286000"/>
            <a:ext cx="1962302" cy="3017520"/>
          </a:xfrm>
          <a:prstGeom prst="roundRect">
            <a:avLst>
              <a:gd name="adj" fmla="val 4660"/>
            </a:avLst>
          </a:prstGeom>
          <a:solidFill>
            <a:srgbClr val="EEF2F9"/>
          </a:solidFill>
          <a:ln/>
        </p:spPr>
      </p:sp>
      <p:sp>
        <p:nvSpPr>
          <p:cNvPr id="17" name="Shape 13"/>
          <p:cNvSpPr/>
          <p:nvPr/>
        </p:nvSpPr>
        <p:spPr>
          <a:xfrm>
            <a:off x="5728716" y="2606040"/>
            <a:ext cx="731520" cy="73152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281" y="278160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0485" y="3520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bearer auth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277917" y="4160520"/>
            <a:ext cx="16331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endpoint, claims-based ownership checks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349947" y="2286000"/>
            <a:ext cx="1962302" cy="3017520"/>
          </a:xfrm>
          <a:prstGeom prst="roundRect">
            <a:avLst>
              <a:gd name="adj" fmla="val 4660"/>
            </a:avLst>
          </a:prstGeom>
          <a:solidFill>
            <a:srgbClr val="EEF2F9"/>
          </a:solidFill>
          <a:ln/>
        </p:spPr>
      </p:sp>
      <p:sp>
        <p:nvSpPr>
          <p:cNvPr id="22" name="Shape 17"/>
          <p:cNvSpPr/>
          <p:nvPr/>
        </p:nvSpPr>
        <p:spPr>
          <a:xfrm>
            <a:off x="7965338" y="2606040"/>
            <a:ext cx="731520" cy="73152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903" y="278160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87107" y="3520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RFC 7807 errors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514539" y="4160520"/>
            <a:ext cx="16331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structured Problem Details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586570" y="2286000"/>
            <a:ext cx="1962302" cy="3017520"/>
          </a:xfrm>
          <a:prstGeom prst="roundRect">
            <a:avLst>
              <a:gd name="adj" fmla="val 4660"/>
            </a:avLst>
          </a:prstGeom>
          <a:solidFill>
            <a:srgbClr val="EEF2F9"/>
          </a:solidFill>
          <a:ln/>
        </p:spPr>
      </p:sp>
      <p:sp>
        <p:nvSpPr>
          <p:cNvPr id="27" name="Shape 21"/>
          <p:cNvSpPr/>
          <p:nvPr/>
        </p:nvSpPr>
        <p:spPr>
          <a:xfrm>
            <a:off x="10201961" y="2606040"/>
            <a:ext cx="731520" cy="73152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7526" y="2781605"/>
            <a:ext cx="380390" cy="38039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723730" y="352044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One-command startup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9751162" y="4160520"/>
            <a:ext cx="16331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the panel runs it live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EEF2F9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NovaWallet.Api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auth, middleware, DI wiring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2234E"/>
          </a:solidFill>
          <a:ln w="12700">
            <a:solidFill>
              <a:srgbClr val="1223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NovaWallet.Core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146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repositories, services, business logic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37360"/>
            <a:ext cx="3319272" cy="2286000"/>
          </a:xfrm>
          <a:prstGeom prst="roundRect">
            <a:avLst>
              <a:gd name="adj" fmla="val 3200"/>
            </a:avLst>
          </a:prstGeom>
          <a:solidFill>
            <a:srgbClr val="EEF2F9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20116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NovaWallet.Infrastructure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251460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publisher — genuinely external calls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69080" y="2770632"/>
            <a:ext cx="320040" cy="21945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770632"/>
            <a:ext cx="320040" cy="219456"/>
          </a:xfrm>
          <a:prstGeom prst="leftArrow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2519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dependency direction — Core never references Api or Infrastructure.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" y="489204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1223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" y="4892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25396" y="489204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12234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025396" y="4892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06140" y="489204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12234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06140" y="4892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86884" y="489204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12234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86884" y="4892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7628" y="489204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12234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67628" y="4892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48372" y="489204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12234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48372" y="4892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29116" y="489204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12234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29116" y="4892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09860" y="489204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12234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309860" y="4892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CQRS-lite: EF Core for writes, Dapper for reads — matches the read/write split already in the scaffold.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REQUIREMENT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 Under Concurrency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Wallet row carries a RowVersion token (SQL Server rowversion)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conflicting concurrent write throws — caught, tracked state reset, retried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Jittered, attempt-scaled backoff: losers don't all re-collide instantly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row-locking: wallets are tied to phones — real simultaneous debits on one wallet are rare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6492240" cy="1600200"/>
          </a:xfrm>
          <a:prstGeom prst="roundRect">
            <a:avLst>
              <a:gd name="adj" fmla="val 4571"/>
            </a:avLst>
          </a:prstGeom>
          <a:solidFill>
            <a:srgbClr val="EEF2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6817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 by the concurrency test, not code review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0749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cut: 5 retries, no delay. 20 concurrent writers on one wallet re-collided every round and failed. Fixed with backoff + a 10-attempt budget — then re-run 5x to confirm.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1600200"/>
            <a:ext cx="4114800" cy="4526280"/>
          </a:xfrm>
          <a:prstGeom prst="roundRect">
            <a:avLst>
              <a:gd name="adj" fmla="val 2222"/>
            </a:avLst>
          </a:prstGeom>
          <a:solidFill>
            <a:srgbClr val="0715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52360" y="1874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2971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transfer requests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one wallet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3794760"/>
            <a:ext cx="2468880" cy="0"/>
          </a:xfrm>
          <a:prstGeom prst="line">
            <a:avLst/>
          </a:prstGeom>
          <a:noFill/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39776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937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run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RETRIES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Idempotency: Never Double-Processed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685800" cy="68580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647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819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 via unique constraint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9476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Idempotency-Key is the primary key — a second concurrent INSERT fails atomically, not via a check-then-write race.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685800" cy="68580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1635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6334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 returns the original result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29992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key, same payload → cached result, no reprocessing. Same key, different payload → rejected (409).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685800" cy="68580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86791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6850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TTL bounds reuse (24h, configurable)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40507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records are deliberately exempt from TTL reclaim — can't safely tell abandoned from still-processing.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84632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EEF2F9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68680" y="5010912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while adding the TTL: concurrent retries of a Failed key had no atomic claim step — two retries could both actually process. Closed with the same RowVersion-guarded claim used for wallet balances.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Limits, Audit Trail &amp; Events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85772" y="1645920"/>
            <a:ext cx="731520" cy="73152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337" y="18214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514600"/>
            <a:ext cx="3422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Outbound Limit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17520"/>
            <a:ext cx="32400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Incrementally-maintained counter, not a per-transfer SUM()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at midnight WAT (fixed UTC+1)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any balance mutation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728716" y="1645920"/>
            <a:ext cx="731520" cy="73152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281" y="182148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83024" y="2514600"/>
            <a:ext cx="3422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 Trail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474464" y="3017520"/>
            <a:ext cx="32400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what, when, balance before/after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Caller's session IP (X-Forwarded-For aware)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— separate from the statement table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471660" y="1645920"/>
            <a:ext cx="731520" cy="73152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225" y="182148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25968" y="2514600"/>
            <a:ext cx="3422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Outbox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8217408" y="3017520"/>
            <a:ext cx="32400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 written in the same DB transaction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dispatcher publishes to RabbitMQ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— consumers must be idempotent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RESILIENCE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Depth, Correct at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645920"/>
            <a:ext cx="274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bearer auth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2075688"/>
            <a:ext cx="274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endpoint; caller can only act on their own wallet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7784" y="1691640"/>
            <a:ext cx="566928" cy="566928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516" y="183337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81016" y="1645920"/>
            <a:ext cx="274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at two layers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081016" y="2075688"/>
            <a:ext cx="274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DataAnnotations on DTOs + a SaveChanges interceptor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566928" cy="566928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220" y="183337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08720" y="1645920"/>
            <a:ext cx="274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RFC 7807 everywhere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8808720" y="2075688"/>
            <a:ext cx="274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Problem Details; Server header suppressed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3383280"/>
            <a:ext cx="566928" cy="566928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52501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53312" y="3337560"/>
            <a:ext cx="274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rate limiting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353312" y="3767328"/>
            <a:ext cx="274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sliding window — correct across N instances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367784" y="3383280"/>
            <a:ext cx="566928" cy="566928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9516" y="352501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081016" y="3337560"/>
            <a:ext cx="274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Liveness + readiness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5081016" y="3767328"/>
            <a:ext cx="274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Orchestrator-friendly health checks, 3 dependencies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095488" y="3383280"/>
            <a:ext cx="566928" cy="566928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7220" y="3525012"/>
            <a:ext cx="283464" cy="28346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808720" y="3337560"/>
            <a:ext cx="274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IDs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8808720" y="3767328"/>
            <a:ext cx="274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 per request, on logs, audit rows, and events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RIGOR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Engine, Real Concurrency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291840" cy="4434840"/>
          </a:xfrm>
          <a:prstGeom prst="roundRect">
            <a:avLst>
              <a:gd name="adj" fmla="val 2778"/>
            </a:avLst>
          </a:prstGeom>
          <a:solidFill>
            <a:srgbClr val="0715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passing, every run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4023360"/>
            <a:ext cx="2194560" cy="0"/>
          </a:xfrm>
          <a:prstGeom prst="line">
            <a:avLst/>
          </a:prstGeom>
          <a:noFill/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2062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SQL Server for every persistence test — not SQLite, not the EF InMemory provider.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1828800"/>
            <a:ext cx="7315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Unique-constraint exception shape and RowVersion semantics are SQL-Server-specific — a fake engine would let a broken constraint pass silently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test fires concurrent transfers at one wallet and asserts the final balance is exactly starting − Σ(successful transfers), never negative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 via an injectable clock (TimeProvider) — WAT midnight reset and idempotency-key TTL expiry tested without waiting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for rate-limit tests via Testcontainers — the real distributed algorithm, not a stub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&amp; JUDGMENT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≠ Correct — Verifying AI Output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2904" cy="3246120"/>
          </a:xfrm>
          <a:prstGeom prst="roundRect">
            <a:avLst>
              <a:gd name="adj" fmla="val 2817"/>
            </a:avLst>
          </a:prstGeom>
          <a:solidFill>
            <a:srgbClr val="EEF2F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1195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budget too small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29000"/>
            <a:ext cx="2965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retries, no backoff — failed its own 20-way concurrency test. Fixed with jittered backoff.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3024" y="1691640"/>
            <a:ext cx="3422904" cy="3246120"/>
          </a:xfrm>
          <a:prstGeom prst="roundRect">
            <a:avLst>
              <a:gd name="adj" fmla="val 2817"/>
            </a:avLst>
          </a:prstGeom>
          <a:solidFill>
            <a:srgbClr val="EEF2F9"/>
          </a:solidFill>
          <a:ln/>
        </p:spPr>
      </p:sp>
      <p:sp>
        <p:nvSpPr>
          <p:cNvPr id="11" name="Shape 8"/>
          <p:cNvSpPr/>
          <p:nvPr/>
        </p:nvSpPr>
        <p:spPr>
          <a:xfrm>
            <a:off x="4657344" y="1965960"/>
            <a:ext cx="640080" cy="64008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963" y="21195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1624" y="274320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Stale-read in the idempotency poller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611624" y="3429000"/>
            <a:ext cx="2965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FindAsync cached a Pending row forever. Silent — only visible under real concurrent replay.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25968" y="1691640"/>
            <a:ext cx="3422904" cy="3246120"/>
          </a:xfrm>
          <a:prstGeom prst="roundRect">
            <a:avLst>
              <a:gd name="adj" fmla="val 2817"/>
            </a:avLst>
          </a:prstGeom>
          <a:solidFill>
            <a:srgbClr val="EEF2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400288" y="1965960"/>
            <a:ext cx="640080" cy="640080"/>
          </a:xfrm>
          <a:prstGeom prst="ellipse">
            <a:avLst/>
          </a:prstGeom>
          <a:solidFill>
            <a:srgbClr val="12234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907" y="211957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54568" y="274320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 limiter breaks at scale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354568" y="3429000"/>
            <a:ext cx="2965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on one instance, silently N× too permissive across N instances. Moved to Redis.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166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2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traces to a failing test or a harder question I asked — not a hunch.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Trade-offs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5148072"/>
              </a:tblGrid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Chosen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Why over the alternative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E"/>
                          </a:solidFill>
                        </a:rPr>
                        <a:t>Concurrency control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Optimistic (RowVersion + retry)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Low real contention on phone-tied wallets — locking cost not worth paying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E"/>
                          </a:solidFill>
                        </a:rPr>
                        <a:t>Idempotency store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DB unique constraint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Atomicity for free; no distributed lock or cache to keep consistent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E"/>
                          </a:solidFill>
                        </a:rPr>
                        <a:t>Event delivery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Outbox + RabbitMQ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Never lose an event to a broker hiccup — committed with the DB transaction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E"/>
                          </a:solidFill>
                        </a:rPr>
                        <a:t>Rate limiting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Redis, distributed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Correct under N instances — in-memory silently breaks at scale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2E"/>
                          </a:solidFill>
                        </a:rPr>
                        <a:t>Reads vs. writes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Dapper / EF Core split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</a:rPr>
                        <a:t>Skip change-tracking cost on paginated, read-only, indexed queries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write-up, with the alternatives genuinely considered for each, is in the repo README.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029200" cy="5029200"/>
          </a:xfrm>
          <a:prstGeom prst="ellipse">
            <a:avLst/>
          </a:prstGeom>
          <a:solidFill>
            <a:srgbClr val="12234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94392" y="-1645920"/>
            <a:ext cx="2743200" cy="2743200"/>
          </a:xfrm>
          <a:prstGeom prst="ellipse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34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docker compose up to a Completed Transfer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SQL Server, RabbitMQ, Redis, and the API in one command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wallet → credit → transfer → statement → audit trail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+ Postman collection, reachable live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concurrency test, run in front of you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Oise  ·  Backend / API Developer (.NET)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NovaWallet Ledger Service — Case Study</dc:title>
  <dc:subject>PptxGenJS Presentation</dc:subject>
  <dc:creator>Anthony Oise</dc:creator>
  <cp:lastModifiedBy>Anthony Oise</cp:lastModifiedBy>
  <cp:revision>1</cp:revision>
  <dcterms:created xsi:type="dcterms:W3CDTF">2026-09-17T13:39:05Z</dcterms:created>
  <dcterms:modified xsi:type="dcterms:W3CDTF">2026-09-17T13:39:05Z</dcterms:modified>
</cp:coreProperties>
</file>